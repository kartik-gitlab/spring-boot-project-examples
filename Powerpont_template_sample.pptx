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D5C"/>
          </a:solidFill>
          <a:ln w="12700">
            <a:solidFill>
              <a:srgbClr val="1A3D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1E2E"/>
          </a:solidFill>
          <a:ln w="12700">
            <a:solidFill>
              <a:srgbClr val="0D1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48640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Nibh Commodo Tempor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1316736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Deserunt Incididunt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Vestibulum Bibendum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2240280"/>
            <a:ext cx="3474720" cy="3657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774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Incididunt · Incididunt · Curabitur · Vestibulum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56832" y="4572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656832" y="10789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56832" y="15361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656832" y="21579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Bibendum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56832" y="261518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656832" y="3236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Irure Euismod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56832" y="369417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6656832" y="43159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Velit Duis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53542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Labore Nostrud Veniam · Bibendum Facilisis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377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 Facilisis Dolor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 nibh commodo incididunt vestibulum magna ultrices velit lorem amet 5 aliquip mollit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75488" y="950976"/>
            <a:ext cx="8229600" cy="274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78992"/>
            <a:ext cx="521208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78992"/>
            <a:ext cx="54864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13385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Cillum Magna ipsum Laborum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" y="1371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 Rutrum malesuada irure curabitur duis amet duis 40 lorem — amet gravida, curabitur.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1810512"/>
            <a:ext cx="521208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810512"/>
            <a:ext cx="54864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186537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 Velit Amet Irure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" y="2103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Laborum magna irure velit, viverra nostrud ullamco, nibh commodo Ipsum laborum magna gravida velit labore amet Duis.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2542032"/>
            <a:ext cx="521208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2542032"/>
            <a:ext cx="54864" cy="640080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259689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Cursus Facilisis Velit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" y="2834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Mattis veniam Tincidunt tristique — amet duis vestibulum lorem tempor dolor Magna facilisis ornare 40 tristique. Veniam nibh lorem ipsum dolor.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" y="3273552"/>
            <a:ext cx="521208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273552"/>
            <a:ext cx="54864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332841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Velit Duis &amp; Incididunt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" y="3566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7Labore nostrud, 2-duis curabitur, hendrerit officia, volutpat cursus, irure maecenas viverra amet duis nibh lorem tempor dolor magna irure Ornare.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" y="4005072"/>
            <a:ext cx="521208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4005072"/>
            <a:ext cx="54864" cy="640080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405993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Tristique Ullamco Aliquip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3504" y="4297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 curabitur magna ipsum dolor Cursus labore ornare — ipsum rutrum cursus irure veniam labore consectetur veniam vestibulum commodo.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33872" y="1078992"/>
            <a:ext cx="2962656" cy="3767328"/>
          </a:xfrm>
          <a:prstGeom prst="rect">
            <a:avLst/>
          </a:prstGeom>
          <a:solidFill>
            <a:srgbClr val="F3F6FA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07024" y="11521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Aliquip Magna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80176" y="1481328"/>
            <a:ext cx="1353312" cy="347472"/>
          </a:xfrm>
          <a:prstGeom prst="rect">
            <a:avLst/>
          </a:prstGeom>
          <a:solidFill>
            <a:srgbClr val="2E6FA3"/>
          </a:solidFill>
          <a:ln w="6350">
            <a:solidFill>
              <a:srgbClr val="C8DF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0176" y="14813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Irure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43216" y="1481328"/>
            <a:ext cx="1353312" cy="347472"/>
          </a:xfrm>
          <a:prstGeom prst="rect">
            <a:avLst/>
          </a:prstGeom>
          <a:solidFill>
            <a:srgbClr val="2E6FA3"/>
          </a:solidFill>
          <a:ln w="6350">
            <a:solidFill>
              <a:srgbClr val="C8DF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43216" y="1481328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Ipsum Velit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80176" y="1975104"/>
            <a:ext cx="1353312" cy="347472"/>
          </a:xfrm>
          <a:prstGeom prst="rect">
            <a:avLst/>
          </a:prstGeom>
          <a:solidFill>
            <a:srgbClr val="2E6FA3"/>
          </a:solidFill>
          <a:ln w="6350">
            <a:solidFill>
              <a:srgbClr val="C8DF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0176" y="1975104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Rutrum Amet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43216" y="1975104"/>
            <a:ext cx="1353312" cy="347472"/>
          </a:xfrm>
          <a:prstGeom prst="rect">
            <a:avLst/>
          </a:prstGeom>
          <a:solidFill>
            <a:srgbClr val="2E6FA3"/>
          </a:solidFill>
          <a:ln w="6350">
            <a:solidFill>
              <a:srgbClr val="C8DF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43216" y="1975104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Magna Labore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80176" y="2468880"/>
            <a:ext cx="1353312" cy="347472"/>
          </a:xfrm>
          <a:prstGeom prst="rect">
            <a:avLst/>
          </a:prstGeom>
          <a:solidFill>
            <a:srgbClr val="2E6FA3"/>
          </a:solidFill>
          <a:ln w="6350">
            <a:solidFill>
              <a:srgbClr val="C8DF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0176" y="246888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Facilisis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43216" y="2468880"/>
            <a:ext cx="1353312" cy="347472"/>
          </a:xfrm>
          <a:prstGeom prst="rect">
            <a:avLst/>
          </a:prstGeom>
          <a:solidFill>
            <a:srgbClr val="2E6FA3"/>
          </a:solidFill>
          <a:ln w="6350">
            <a:solidFill>
              <a:srgbClr val="C8DF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43216" y="2468880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Veniam Labore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80176" y="2962656"/>
            <a:ext cx="1353312" cy="347472"/>
          </a:xfrm>
          <a:prstGeom prst="rect">
            <a:avLst/>
          </a:prstGeom>
          <a:solidFill>
            <a:srgbClr val="2E6FA3"/>
          </a:solidFill>
          <a:ln w="6350">
            <a:solidFill>
              <a:srgbClr val="C8DF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80176" y="2962656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Accumsan Amet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443216" y="2962656"/>
            <a:ext cx="1353312" cy="347472"/>
          </a:xfrm>
          <a:prstGeom prst="rect">
            <a:avLst/>
          </a:prstGeom>
          <a:solidFill>
            <a:srgbClr val="2E6FA3"/>
          </a:solidFill>
          <a:ln w="6350">
            <a:solidFill>
              <a:srgbClr val="C8DF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43216" y="2962656"/>
            <a:ext cx="1353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 Ullamco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00800" y="3529584"/>
            <a:ext cx="54864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72400" y="3529584"/>
            <a:ext cx="54864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3529584"/>
            <a:ext cx="1426464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80176" y="3877056"/>
            <a:ext cx="2743200" cy="713232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1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980176" y="39136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Cillum Mollit Ipsum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980176" y="4206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Aliquip · Lorem · Cursus · Commodo · Amet Ipsum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377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Pulvinar dolor Magna Irure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Irure rutrum · Duis nibh lorem irure vestibulum · Velit accumsan nostrud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75488" y="950976"/>
            <a:ext cx="8229600" cy="274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42416"/>
            <a:ext cx="8375904" cy="1243584"/>
          </a:xfrm>
          <a:prstGeom prst="rect">
            <a:avLst/>
          </a:prstGeom>
          <a:solidFill>
            <a:srgbClr val="EBF4FC"/>
          </a:solidFill>
          <a:ln w="12700">
            <a:solidFill>
              <a:srgbClr val="1226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42416"/>
            <a:ext cx="64008" cy="1243584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042416"/>
            <a:ext cx="8375904" cy="329184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08813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B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Velit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35024" y="1088136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Cursus  —  Duis &amp; Duis Aliquip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" y="138988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Facilisis euismod lorem · Tristique · Incididunt aliquip · Velit lorem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" y="1691640"/>
            <a:ext cx="82296" cy="82296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609344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Ornare viverra voluptat  —  Tincidunt · Amet · Adipiscing · Amet · Mattis — amet duis cillum hendrerit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81728" y="1691640"/>
            <a:ext cx="82296" cy="82296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1609344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Nostrud ipsum &amp; mollit tempor  —  Duis curabitur, adipiscing ipsum Vestibulum, bibendum gravida velit lorem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2064" y="2020824"/>
            <a:ext cx="82296" cy="82296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9385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Vestibulum &amp; officia laborum  —  Adipiscing tempor dolor — Cursus gravida velit labore amet, ullamco nibh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81728" y="2020824"/>
            <a:ext cx="82296" cy="82296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193852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Tincidunt laborum feugiat  —  Rutrum cursus gravida, euismod tincidunt — euismod, lorem, nostrud veniam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2377440"/>
            <a:ext cx="8375904" cy="1243584"/>
          </a:xfrm>
          <a:prstGeom prst="rect">
            <a:avLst/>
          </a:prstGeom>
          <a:solidFill>
            <a:srgbClr val="E0F2F4"/>
          </a:solidFill>
          <a:ln w="12700">
            <a:solidFill>
              <a:srgbClr val="0D6E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2377440"/>
            <a:ext cx="64008" cy="1243584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2377440"/>
            <a:ext cx="8375904" cy="329184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24231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35024" y="242316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Irure3 + Labore + Veniam Proident  —  Adipiscing Duis Dolor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" y="2724912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Maecenas viverra · Suspendisse feugiat · Curabitur lorem — fermentum magna ultrices Velit labore Labore veniam dolor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" y="3026664"/>
            <a:ext cx="82296" cy="82296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9443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Accumsan lorem duis nibh Lorem3  —  Amet → Dolor Magna → Nostrud. Veniam Nibh magna 30–50% vestibulum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81728" y="3026664"/>
            <a:ext cx="82296" cy="82296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9744" y="29443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Veniam Proident = ipsum Dolor  —  Cillum * Ipsum vestibulum — fermentum cursus, irure velit labore labore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12064" y="3355848"/>
            <a:ext cx="82296" cy="82296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27355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 officia dolor Magna3  —  2-ipsum fermentum magna irure maecenas labore Labore duis. Cillum lorem ipsum vestibulum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81728" y="3355848"/>
            <a:ext cx="82296" cy="82296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4" y="327355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feugiat gravida ornare  —  Magna irure Hendrerit labore nostrud duis Nibh — voluptat amet facilisis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4048" y="3712464"/>
            <a:ext cx="8375904" cy="1243584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84048" y="3712464"/>
            <a:ext cx="64008" cy="1243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3712464"/>
            <a:ext cx="8375904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" y="375818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Labore 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335024" y="375818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Curabitur  —  Pariatur Vestibulum, Deserunt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2064" y="405993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Voluptat Amet Duis · Cursus Irure · Adipiscing Ipsum · Labore ipsum proident lorem irure rutrum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2064" y="4361688"/>
            <a:ext cx="82296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27939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Tristique Duis Aliquip  —  Duis cillum, hendrerit, tristique rutrum magna Irure + Duis lorem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81728" y="4361688"/>
            <a:ext cx="82296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9744" y="427939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Aliquip Mollit Officia  —  Commodo tempor dolor tristique curabitur — malesuada labore adipiscing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12064" y="4690872"/>
            <a:ext cx="82296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4608576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Incididunt + Bibendum  —  Dolor malesuada irure Maecenas — maecenas Lorem labore ipsum aliquip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81728" y="4690872"/>
            <a:ext cx="82296" cy="822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9744" y="4608576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Cursus labore adipiscing  —  Irure adipiscing Lorem Lorem duis nibh lorem tempor — lorem veniam curabitur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377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Velit Labore Amet — Duis Curabitur Deserunt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Labore amet incididunt proident mollit irure fermentum magna ultrices veniam duis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75488" y="950976"/>
            <a:ext cx="8229600" cy="274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60704"/>
            <a:ext cx="2798064" cy="3822192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11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3776" y="117043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 Duis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 Cillum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93776" y="18288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Ipsum cillum lorem officia velit magna irure veniam voluptat — incididunt.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2064" y="2340864"/>
            <a:ext cx="2468880" cy="274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24871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93776" y="28712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Cillum Lorem tincidunt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officia laborum amet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93776" y="32552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85–90%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93776" y="36393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Mollit incididunt laborum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ipsum fermentum feugiat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3776" y="40233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Irure 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93776" y="44074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magna irure euismod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cursus irure veniam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64992" y="1060704"/>
            <a:ext cx="265176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64992" y="1060704"/>
            <a:ext cx="54864" cy="1170432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1060704"/>
            <a:ext cx="2651760" cy="329184"/>
          </a:xfrm>
          <a:prstGeom prst="rect">
            <a:avLst/>
          </a:prstGeom>
          <a:solidFill>
            <a:srgbClr val="EBF4FC"/>
          </a:solidFill>
          <a:ln w="12700">
            <a:solidFill>
              <a:srgbClr val="EBF4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64992" y="1060704"/>
            <a:ext cx="54864" cy="1170432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111556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Tristique Mattis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93008" y="1508760"/>
            <a:ext cx="91440" cy="9144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21024" y="142646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Irure euismod labore amet Veniam cillum — amet suspendisse cillum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93008" y="1783080"/>
            <a:ext cx="91440" cy="9144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21024" y="170078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Curabitur labore amet incididunt curabitur commodo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93008" y="2057400"/>
            <a:ext cx="91440" cy="9144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21024" y="197510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 tristique pariatur: Vestibulum mollit irure Velit cursus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44768" y="1060704"/>
            <a:ext cx="265176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44768" y="1060704"/>
            <a:ext cx="54864" cy="1170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44768" y="1060704"/>
            <a:ext cx="2651760" cy="329184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44768" y="1060704"/>
            <a:ext cx="54864" cy="1170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72784" y="111556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 duis Cillum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72784" y="1508760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142646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 aliquip = ipsum rutrum cursus + velit duis nostrud, duis scelerisque lorem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72784" y="1783080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170078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Scelerisque consectetur ipsum laborum — dolor cursus mattis curabitur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72784" y="2057400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197510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officia dolor cursus curabitur velit hendrerit lorem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364992" y="2340864"/>
            <a:ext cx="265176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364992" y="2340864"/>
            <a:ext cx="54864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64992" y="2340864"/>
            <a:ext cx="2651760" cy="329184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64992" y="2340864"/>
            <a:ext cx="54864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93008" y="239572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 &amp; Malesuada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493008" y="278892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21024" y="270662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Vestibulum amet mattis velit labore Adipiscing ullamco nibh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06324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21024" y="298094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Malesuada irure maecenas Lorem consectetur ullamco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493008" y="333756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21024" y="325526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Mattis adipiscing lorem lorem veniam nibh lorem officia dolor magna irure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44768" y="2340864"/>
            <a:ext cx="265176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144768" y="2340864"/>
            <a:ext cx="54864" cy="1170432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44768" y="2340864"/>
            <a:ext cx="2651760" cy="329184"/>
          </a:xfrm>
          <a:prstGeom prst="rect">
            <a:avLst/>
          </a:prstGeom>
          <a:solidFill>
            <a:srgbClr val="E0F2F4"/>
          </a:solidFill>
          <a:ln w="12700">
            <a:solidFill>
              <a:srgbClr val="E0F2F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44768" y="2340864"/>
            <a:ext cx="54864" cy="1170432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72784" y="239572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Velit Viverra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272784" y="2788920"/>
            <a:ext cx="91440" cy="91440"/>
          </a:xfrm>
          <a:prstGeom prst="ellipse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0" y="270662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Labore Amet ipsum nibh hendrerit — nibh adipiscing ipsum suspendisse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272784" y="3063240"/>
            <a:ext cx="91440" cy="91440"/>
          </a:xfrm>
          <a:prstGeom prst="ellipse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0" y="298094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Labore ullamco nibh adipiscing tristique = amet facilisis velit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72784" y="3337560"/>
            <a:ext cx="91440" cy="91440"/>
          </a:xfrm>
          <a:prstGeom prst="ellipse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0" y="325526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Duis3 Aliquip hendrerit ipsum rutrum, tristique irure maecenas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364992" y="3621024"/>
            <a:ext cx="265176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3364992" y="3621024"/>
            <a:ext cx="54864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364992" y="3621024"/>
            <a:ext cx="2651760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364992" y="3621024"/>
            <a:ext cx="54864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93008" y="367588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Scelerisque Magna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493008" y="406908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21024" y="398678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Adipiscing ipsum rutrum — feugiat labore velit 1 tristique, duis 7Nibh lorem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493008" y="434340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21024" y="426110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 dolor Cursus = 30–50% Labore tristique duis nibh lorem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493008" y="461772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21024" y="453542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Suspendisse amet mattis; ornare viverra nostrud veniam nibh magna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144768" y="3621024"/>
            <a:ext cx="265176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144768" y="3621024"/>
            <a:ext cx="54864" cy="1170432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144768" y="3621024"/>
            <a:ext cx="2651760" cy="329184"/>
          </a:xfrm>
          <a:prstGeom prst="rect">
            <a:avLst/>
          </a:prstGeom>
          <a:solidFill>
            <a:srgbClr val="EBF4FC"/>
          </a:solidFill>
          <a:ln w="12700">
            <a:solidFill>
              <a:srgbClr val="EBF4F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144768" y="3621024"/>
            <a:ext cx="54864" cy="1170432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72784" y="367588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Malesuada Venenatis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272784" y="4069080"/>
            <a:ext cx="91440" cy="91440"/>
          </a:xfrm>
          <a:prstGeom prst="ellipse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00800" y="398678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Irure ornare labore amet suspendisse — nostrud ipsum dolor mollit tincidunt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272784" y="4343400"/>
            <a:ext cx="91440" cy="91440"/>
          </a:xfrm>
          <a:prstGeom prst="ellipse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00800" y="426110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Ornare Accumsan: amet Duis nibh Lorem3 tristique dolor, magna irure veniam accumsan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272784" y="4617720"/>
            <a:ext cx="91440" cy="91440"/>
          </a:xfrm>
          <a:prstGeom prst="ellipse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00800" y="453542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Tincidunt / Ullamco: aliquip deserunt officia laborum feugiat facilisis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377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 Suspendisse — Magna Irure Velit Amet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 vestibulum · Veniam duis · Rutrum feugiat irure · Nibh lorem irure laborum magna mattis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75488" y="950976"/>
            <a:ext cx="8229600" cy="274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78992"/>
            <a:ext cx="1609344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78992"/>
            <a:ext cx="1609344" cy="512064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0972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B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115568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Scelerisque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Commodo &amp; Rutrum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38912" y="166420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E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" y="1828800"/>
            <a:ext cx="1444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Mollit pulvinar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Irure rutrum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Rutrum malesuada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Feugiat labore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Mattis velit lorem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" y="2761488"/>
            <a:ext cx="1444752" cy="18288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81635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E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8912" y="2980944"/>
            <a:ext cx="1444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Ipsum laborum magna labore Velit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Cursus Gravida adipiscing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Venenatis velit voluptat amet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7472" y="3712464"/>
            <a:ext cx="1609344" cy="585216"/>
          </a:xfrm>
          <a:prstGeom prst="rect">
            <a:avLst/>
          </a:prstGeom>
          <a:solidFill>
            <a:srgbClr val="EBF4FC"/>
          </a:solidFill>
          <a:ln w="12700">
            <a:solidFill>
              <a:srgbClr val="EBF4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74904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E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Cillum Commodo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38912" y="391363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Rutrum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5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Tristique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84832" y="1078992"/>
            <a:ext cx="1609344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84832" y="1078992"/>
            <a:ext cx="1609344" cy="512064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39696" y="10972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468880" y="1115568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Cursus Ultrices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Venenatis Velit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76272" y="166420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76272" y="1828800"/>
            <a:ext cx="1444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Irure ornare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Adipiscing viverra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Viverra tristique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Nostrud duis curabitur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76272" y="2761488"/>
            <a:ext cx="1444752" cy="18288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76272" y="281635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76272" y="2980944"/>
            <a:ext cx="1444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Maecenas lorem amet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Amet3 Ullamco (scelerisque)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Facilisis Nibh Lorem + Velit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084832" y="3712464"/>
            <a:ext cx="1609344" cy="585216"/>
          </a:xfrm>
          <a:prstGeom prst="rect">
            <a:avLst/>
          </a:prstGeom>
          <a:solidFill>
            <a:srgbClr val="E0F2F4"/>
          </a:solidFill>
          <a:ln w="12700">
            <a:solidFill>
              <a:srgbClr val="E0F2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76272" y="374904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Cillum Commodo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176272" y="391363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Labore3 + Veniam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D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Voluptat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22192" y="1078992"/>
            <a:ext cx="1609344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22192" y="1078992"/>
            <a:ext cx="1609344" cy="5120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77056" y="10972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206240" y="1115568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Voluptat Duis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Aliquip Lorem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913632" y="166420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913632" y="1828800"/>
            <a:ext cx="1444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 nibh magna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Vestibulum lorem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 dolor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Ipsum velit magna labore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913632" y="2761488"/>
            <a:ext cx="1444752" cy="182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281635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913632" y="2980944"/>
            <a:ext cx="1444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Proident mollit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Ipsum3 Dolor Magna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Dolor Magna → Labore3 Nostrud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822192" y="3712464"/>
            <a:ext cx="1609344" cy="585216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13632" y="374904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Cillum Commodo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913632" y="391363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Lorem3 + Dolor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Irure Rutrum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559552" y="1078992"/>
            <a:ext cx="1609344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559552" y="1078992"/>
            <a:ext cx="1609344" cy="512064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14416" y="10972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B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943600" y="1115568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 Rutrum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Cursus Mattis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650992" y="166420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650992" y="1828800"/>
            <a:ext cx="1444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/ Irure / Lorem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Magna / Veniam duis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Facilisis ornare labore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Euismod viverra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50992" y="2761488"/>
            <a:ext cx="1444752" cy="18288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50992" y="281635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650992" y="2980944"/>
            <a:ext cx="1444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Feugiat labore ornare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Ornare lorem labore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Hendrerit amet → Lorem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559552" y="3712464"/>
            <a:ext cx="1609344" cy="585216"/>
          </a:xfrm>
          <a:prstGeom prst="rect">
            <a:avLst/>
          </a:prstGeom>
          <a:solidFill>
            <a:srgbClr val="EBF4FC"/>
          </a:solidFill>
          <a:ln w="12700">
            <a:solidFill>
              <a:srgbClr val="EBF4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50992" y="374904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Cillum Commodo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650992" y="391363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Mattis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Ornare Viverra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296912" y="1078992"/>
            <a:ext cx="1609344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296912" y="1078992"/>
            <a:ext cx="1609344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51776" y="10972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7680960" y="1115568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Velit Viverra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Lorem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388352" y="166420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388352" y="1828800"/>
            <a:ext cx="14447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Labore nostrud veniam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Nostrud duis cillum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Pariatur proident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magna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388352" y="2761488"/>
            <a:ext cx="1444752" cy="182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88352" y="281635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388352" y="2980944"/>
            <a:ext cx="1444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Labore Ipsum proident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Proident (lorem irure)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Lorem3 Officia (velit)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296912" y="3712464"/>
            <a:ext cx="1609344" cy="585216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88352" y="374904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Cillum Commodo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7388352" y="391363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Pariatur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Lorem3 Irure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377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Commodo Ipsum Laborum — Magna, Irure &amp; Labore Lorem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Irure laborum · Ullamco vestibulum · Ornare voluptat · Dolor facilisis venenatis — velit labore lorem duis cillum hendrerit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75488" y="950976"/>
            <a:ext cx="8229600" cy="274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60704"/>
            <a:ext cx="8375904" cy="27432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0698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→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45920" y="10698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Feugiat Labore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49040" y="10698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3 Labore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52160" y="10698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6 Veniam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0" y="106984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– 24 Cillum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1408176"/>
            <a:ext cx="2761488" cy="3493008"/>
          </a:xfrm>
          <a:prstGeom prst="rect">
            <a:avLst/>
          </a:prstGeom>
          <a:solidFill>
            <a:srgbClr val="EBF4FC"/>
          </a:solidFill>
          <a:ln w="15240">
            <a:solidFill>
              <a:srgbClr val="1226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1408176"/>
            <a:ext cx="2761488" cy="475488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426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 Duis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" y="16642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Veniam  —  Incididunt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3776" y="1920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mollit officia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" y="2139696"/>
            <a:ext cx="2542032" cy="18288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" y="2276856"/>
            <a:ext cx="91440" cy="9144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1945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Magna officia dolor: Magna, Irure, Ornare, Hendrerit, Amet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2064" y="2624328"/>
            <a:ext cx="91440" cy="9144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5420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Ipsum rutrum tristique irure Curabitur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2064" y="2971800"/>
            <a:ext cx="91440" cy="9144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8895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Laborum amet gravida velit viverra Amet facilisis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2064" y="3319272"/>
            <a:ext cx="91440" cy="9144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2369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Feugiat venenatis velit labore adipiscing facilisis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2064" y="3666744"/>
            <a:ext cx="91440" cy="9144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5844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Gravida: curabitur, hendrerit, labore, veniam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2064" y="4014216"/>
            <a:ext cx="91440" cy="9144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9319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Ornare accumsan &amp; ullamco proident commodo ipsum dolor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10128" y="1408176"/>
            <a:ext cx="2761488" cy="3493008"/>
          </a:xfrm>
          <a:prstGeom prst="rect">
            <a:avLst/>
          </a:prstGeom>
          <a:solidFill>
            <a:srgbClr val="E0F2F4"/>
          </a:solidFill>
          <a:ln w="15240">
            <a:solidFill>
              <a:srgbClr val="0D6E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10128" y="1408176"/>
            <a:ext cx="2761488" cy="475488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9856" y="1426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Labore Amet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19856" y="16642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Labore  —  Hendrerit Tristique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19856" y="1920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Incididunt — tempor rutrum, cursus gravida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19856" y="2139696"/>
            <a:ext cx="2542032" cy="18288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38144" y="2276856"/>
            <a:ext cx="91440" cy="91440"/>
          </a:xfrm>
          <a:prstGeom prst="ellipse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0" y="21945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Cillum deserunt &amp; rutrum — dolor cursus venenatis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38144" y="2624328"/>
            <a:ext cx="91440" cy="91440"/>
          </a:xfrm>
          <a:prstGeom prst="ellipse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0" y="25420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Hendrerit tempor dolor magna labore curabitur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438144" y="2971800"/>
            <a:ext cx="91440" cy="91440"/>
          </a:xfrm>
          <a:prstGeom prst="ellipse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28895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 dolor tristique curabitur, velit labore lorem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38144" y="3319272"/>
            <a:ext cx="91440" cy="91440"/>
          </a:xfrm>
          <a:prstGeom prst="ellipse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66160" y="32369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Rutrum malesuada gravida veniam duis nostrud duis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38144" y="3666744"/>
            <a:ext cx="91440" cy="91440"/>
          </a:xfrm>
          <a:prstGeom prst="ellipse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66160" y="35844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Feugiat labore maecenas — duis amet, duis cillum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438144" y="4014216"/>
            <a:ext cx="91440" cy="91440"/>
          </a:xfrm>
          <a:prstGeom prst="ellipse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66160" y="39319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Facilisis velit Labore Amet ullamco nibh Lorem tempor dolor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36208" y="1408176"/>
            <a:ext cx="2523744" cy="3493008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36208" y="1408176"/>
            <a:ext cx="2523744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45936" y="1426464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Velit Labore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345936" y="1664208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Labore3 Nostrud + Cillum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45936" y="1920240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 duis — magna &amp; suspendisse magna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345936" y="2139696"/>
            <a:ext cx="2304288" cy="182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64224" y="227685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92240" y="219456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2-duis curabitur lorem pulvinar dolor Cursus gravida velit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364224" y="262432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92240" y="2542032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Cillum Deserunt: Ipsum rutrum malesuada irure Ornare duis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364224" y="297180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92240" y="2889504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Adipiscing ipsum dolor / labore / viverra amet Duis3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364224" y="331927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92240" y="323697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Tristique fermentum magna Mattis — irure Ornare Labore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64224" y="366674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92240" y="3584448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magna Curabitur euismod labore Labore Duis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364224" y="401421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92240" y="3931920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Feugiat Irure velit viverra amet Veniam nibh lorem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377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Facilisis — Voluptat Incididunt, Proident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Maecenas accumsan lorem duis aliquip · Rutrum bibendum irure veniam lorem · Nibh adipiscing Ipsum vestibulum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75488" y="950976"/>
            <a:ext cx="8229600" cy="274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60704"/>
            <a:ext cx="8375904" cy="237744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0698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Accumsan Lorem  —  Cillum Deserunt (tristique dolor magna 5 euismod viverra)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" y="1316736"/>
            <a:ext cx="1975104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316736"/>
            <a:ext cx="54864" cy="1115568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316736"/>
            <a:ext cx="1975104" cy="310896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33502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Tristique Duis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Ullamco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1664208"/>
            <a:ext cx="18105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 cillum · Adipiscing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Vestibulum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Tincidunt + Amet labore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Incididunt dolor tristique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87168" y="1316736"/>
            <a:ext cx="1975104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87168" y="1316736"/>
            <a:ext cx="54864" cy="1115568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87168" y="1316736"/>
            <a:ext cx="1975104" cy="310896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78608" y="133502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Aliquip Mollit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78608" y="1664208"/>
            <a:ext cx="18105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Commodo tempor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Irure volutpat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Rutrum malesuada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Facilisis adipiscing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90288" y="1316736"/>
            <a:ext cx="1975104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90288" y="1316736"/>
            <a:ext cx="54864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90288" y="1316736"/>
            <a:ext cx="1975104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133502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Incididunt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Laborum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81728" y="1664208"/>
            <a:ext cx="18105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malesuada curabitur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Magna labore → Pariatur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Irure Adipiscing Labore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Velit accumsan amet ullamco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93408" y="1316736"/>
            <a:ext cx="1975104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93408" y="1316736"/>
            <a:ext cx="54864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3408" y="1316736"/>
            <a:ext cx="1975104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84848" y="133502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 Gravida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84848" y="1664208"/>
            <a:ext cx="18105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Mattis Veniam → Nibh3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maecenas accumsan labore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tincidunt lorem veniam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 ullamco + Mollit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4048" y="2560320"/>
            <a:ext cx="8375904" cy="2377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25694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Ornare Duis  —  Ullamco Dolor Deserunt (ipsum dolor magna Mattis Veniam labore + Veniam cillum + Ipsum Laborum magna)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4048" y="2816352"/>
            <a:ext cx="1572768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2816352"/>
            <a:ext cx="54864" cy="201168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2816352"/>
            <a:ext cx="1572768" cy="329184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2834640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Labore / Ipsum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5488" y="299923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LOREM_SCHEMA_ONE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" y="3264408"/>
            <a:ext cx="91440" cy="9144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" y="318211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Lorem: Incididunt cillum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" y="3666744"/>
            <a:ext cx="91440" cy="9144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" y="358444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Veniam: Nibh magna + rutrum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5488" y="4069080"/>
            <a:ext cx="91440" cy="9144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" y="398678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Cillum Magna 5 / Magna 21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" y="4471416"/>
            <a:ext cx="91440" cy="9144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" y="43891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Deserunt incididunt rutrum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084832" y="2816352"/>
            <a:ext cx="1572768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084832" y="2816352"/>
            <a:ext cx="54864" cy="2011680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084832" y="2816352"/>
            <a:ext cx="1572768" cy="329184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76272" y="2834640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Ipsum Laborum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176272" y="299923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Suspendisse + Labore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176272" y="3264408"/>
            <a:ext cx="91440" cy="91440"/>
          </a:xfrm>
          <a:prstGeom prst="ellipse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04288" y="318211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Amet: Irure velit (Labore3 Voluptat)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176272" y="3666744"/>
            <a:ext cx="91440" cy="91440"/>
          </a:xfrm>
          <a:prstGeom prst="ellipse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04288" y="358444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Mattis: Velit duis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176272" y="4069080"/>
            <a:ext cx="91440" cy="91440"/>
          </a:xfrm>
          <a:prstGeom prst="ellipse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04288" y="398678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Hendrerit lorem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176272" y="4471416"/>
            <a:ext cx="91440" cy="91440"/>
          </a:xfrm>
          <a:prstGeom prst="ellipse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04288" y="43891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Hendrerit consectetur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785616" y="2816352"/>
            <a:ext cx="1572768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785616" y="2816352"/>
            <a:ext cx="54864" cy="2011680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785616" y="2816352"/>
            <a:ext cx="1572768" cy="329184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77056" y="2834640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Labore Ullamco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877056" y="299923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LOREM_SCHEMA_TWO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877056" y="3264408"/>
            <a:ext cx="91440" cy="91440"/>
          </a:xfrm>
          <a:prstGeom prst="ellipse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005072" y="318211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Ipsum: Vestibulum deserunt (Ipsum3)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877056" y="3666744"/>
            <a:ext cx="91440" cy="91440"/>
          </a:xfrm>
          <a:prstGeom prst="ellipse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05072" y="358444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Cillum: Mollit irure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877056" y="4069080"/>
            <a:ext cx="91440" cy="91440"/>
          </a:xfrm>
          <a:prstGeom prst="ellipse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05072" y="398678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 officia rutrum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877056" y="4471416"/>
            <a:ext cx="91440" cy="91440"/>
          </a:xfrm>
          <a:prstGeom prst="ellipse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05072" y="43891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Incididunt dolor Magna3 gravida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486400" y="2816352"/>
            <a:ext cx="1572768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5486400" y="2816352"/>
            <a:ext cx="54864" cy="2011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486400" y="2816352"/>
            <a:ext cx="157276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577840" y="2834640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Vestibulum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577840" y="299923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LOREM_SCHEMA_THREE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577840" y="326440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05856" y="318211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Tristique / Veniam Duis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577840" y="366674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705856" y="358444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Mattis: Veniam duis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5577840" y="406908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705856" y="398678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Ornare: Lorem Adipiscing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5577840" y="447141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705856" y="43891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Accumsan lorem veniam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187184" y="2816352"/>
            <a:ext cx="1572768" cy="2011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7187184" y="2816352"/>
            <a:ext cx="54864" cy="2011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187184" y="2816352"/>
            <a:ext cx="1572768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278624" y="2834640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 Ullamco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7278624" y="299923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LOREM_SCHEMA_FOUR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278624" y="326440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406640" y="318211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Ipsum: Dolor mollit (Ipsum Dolor)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7278624" y="3666744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406640" y="358444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Cillum: Lorem irure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7278624" y="406908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406640" y="398678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Adipiscing tempor velit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7278624" y="4471416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406640" y="43891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Ipsum rutrum &amp; labore maecenas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384048" y="4882896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Rutrum feugiat gravida velit labore Amet · Proident lorem Ipsum → Facilisis Euismod accumsan Amet Facilisis aliquip Lorem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377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Cursus Gravida — Viverra, Labore, Suspendisse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Irure euismod accumsan adipiscing suspendisse nibh mollit ipsum vestibulum malesuada mattis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75488" y="950976"/>
            <a:ext cx="8229600" cy="274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789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Velit Labore Amet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389888"/>
            <a:ext cx="4498848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389888"/>
            <a:ext cx="54864" cy="493776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444752"/>
            <a:ext cx="4169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Voluptat Nostrud Ullamco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" y="1645920"/>
            <a:ext cx="4169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Tristique veniam dolor adipiscing ipsum velit — lorem ipsum velit malesuada mattis veniam — tristique irure ornare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" y="1956816"/>
            <a:ext cx="4498848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1956816"/>
            <a:ext cx="54864" cy="493776"/>
          </a:xfrm>
          <a:prstGeom prst="rect">
            <a:avLst/>
          </a:prstGeom>
          <a:solidFill>
            <a:srgbClr val="1E5799"/>
          </a:solidFill>
          <a:ln w="12700">
            <a:solidFill>
              <a:srgbClr val="1E57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011680"/>
            <a:ext cx="4169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Pariatur Cillum Commodo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" y="2212848"/>
            <a:ext cx="4169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Cillum lorem officia dolor magna irure velit labore labore suspendisse vestibulum lorem officia dolor magna gravida maecenas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2523744"/>
            <a:ext cx="4498848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523744"/>
            <a:ext cx="54864" cy="4937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2578608"/>
            <a:ext cx="4169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Commodo Ipsum Velit magna Irure3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" y="2779776"/>
            <a:ext cx="4169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Ipsum volutpat magna irure euismod lorem adipiscing duis Cillum — 30–50% Velit labore nostrud facilisis scelerisque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3090672"/>
            <a:ext cx="4498848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3090672"/>
            <a:ext cx="54864" cy="4937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3145536"/>
            <a:ext cx="4169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Vestibulum magna Irure Ornare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" y="3346704"/>
            <a:ext cx="4169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 gravida ornare duis consectetur duis Scelerisque — viverra lorem ullamco nibh 1 tincidunt, dolor 7Magna irure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84048" y="3657600"/>
            <a:ext cx="4498848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3657600"/>
            <a:ext cx="54864" cy="4937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" y="3712464"/>
            <a:ext cx="4169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Labore Maecenas labore Labore Veniam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5216" y="3913632"/>
            <a:ext cx="4169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curabitur, hendrerit, labore, veniam — veniam proident commodo ipsum rutrum; magna mattis euismod viverra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4048" y="4224528"/>
            <a:ext cx="4498848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4048" y="4224528"/>
            <a:ext cx="54864" cy="493776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" y="4279392"/>
            <a:ext cx="4169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Hendrerit Labore Incididunt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" y="4480560"/>
            <a:ext cx="4169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 + Scelerisque lorem ipsum rutrum cursus — consectetur tincidunt dolor magna mattis ornare labore amet duis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02352" y="1078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Suspendisse Cillum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102352" y="1389888"/>
            <a:ext cx="3657600" cy="768096"/>
          </a:xfrm>
          <a:prstGeom prst="rect">
            <a:avLst/>
          </a:prstGeom>
          <a:solidFill>
            <a:srgbClr val="F3F6FA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230368" y="1481328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Aliquip magna — laborum amet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75120" y="1499616"/>
            <a:ext cx="896112" cy="548640"/>
          </a:xfrm>
          <a:prstGeom prst="rect">
            <a:avLst/>
          </a:prstGeom>
          <a:solidFill>
            <a:srgbClr val="FEE2E2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499616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irure dolor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7Ipsum dolor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589520" y="164592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845552" y="1499616"/>
            <a:ext cx="804672" cy="548640"/>
          </a:xfrm>
          <a:prstGeom prst="rect">
            <a:avLst/>
          </a:prstGeom>
          <a:solidFill>
            <a:srgbClr val="DCFCE7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45552" y="1499616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85–90%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rutrum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102352" y="2267712"/>
            <a:ext cx="3657600" cy="768096"/>
          </a:xfrm>
          <a:prstGeom prst="rect">
            <a:avLst/>
          </a:prstGeom>
          <a:solidFill>
            <a:srgbClr val="F3F6FA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230368" y="2359152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Cursus gravida (euismod labore)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675120" y="2377440"/>
            <a:ext cx="896112" cy="548640"/>
          </a:xfrm>
          <a:prstGeom prst="rect">
            <a:avLst/>
          </a:prstGeom>
          <a:solidFill>
            <a:srgbClr val="FEE2E2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37744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euismod labore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589520" y="2523744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845552" y="2377440"/>
            <a:ext cx="804672" cy="548640"/>
          </a:xfrm>
          <a:prstGeom prst="rect">
            <a:avLst/>
          </a:prstGeom>
          <a:solidFill>
            <a:srgbClr val="DCFCE7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45552" y="237744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40–50%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voluptat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102352" y="3145536"/>
            <a:ext cx="3657600" cy="768096"/>
          </a:xfrm>
          <a:prstGeom prst="rect">
            <a:avLst/>
          </a:prstGeom>
          <a:solidFill>
            <a:srgbClr val="F3F6FA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230368" y="3236976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 / Vestibulum mollit Ipsum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675120" y="3255264"/>
            <a:ext cx="896112" cy="548640"/>
          </a:xfrm>
          <a:prstGeom prst="rect">
            <a:avLst/>
          </a:prstGeom>
          <a:solidFill>
            <a:srgbClr val="FEE2E2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75120" y="3255264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Pariatur nibh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Lorem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589520" y="340156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845552" y="3255264"/>
            <a:ext cx="804672" cy="548640"/>
          </a:xfrm>
          <a:prstGeom prst="rect">
            <a:avLst/>
          </a:prstGeom>
          <a:solidFill>
            <a:srgbClr val="DCFCE7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45552" y="3255264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Nibh Mollit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102352" y="4023360"/>
            <a:ext cx="3657600" cy="768096"/>
          </a:xfrm>
          <a:prstGeom prst="rect">
            <a:avLst/>
          </a:prstGeom>
          <a:solidFill>
            <a:srgbClr val="F3F6FA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230368" y="411480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 Velit cursus gravida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675120" y="4133088"/>
            <a:ext cx="896112" cy="548640"/>
          </a:xfrm>
          <a:prstGeom prst="rect">
            <a:avLst/>
          </a:prstGeom>
          <a:solidFill>
            <a:srgbClr val="FEE2E2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75120" y="4133088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magna gravida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Cursus mattis veniam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89520" y="427939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845552" y="4133088"/>
            <a:ext cx="804672" cy="548640"/>
          </a:xfrm>
          <a:prstGeom prst="rect">
            <a:avLst/>
          </a:prstGeom>
          <a:solidFill>
            <a:srgbClr val="DCFCE7"/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45552" y="4133088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Facilisis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curabitur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377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Hendrerit Nostrud — Dolor Magna Officia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 incididunt cillum magna tincidunt · Irure curabitur duis amet veniam nibh lorem officia velit bibendum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75488" y="950976"/>
            <a:ext cx="8229600" cy="274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60704"/>
            <a:ext cx="2523744" cy="64008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07899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Veniam 1 ✦ Incididunt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5488" y="131673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Nibh Mollit + Dolor Magna Labore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Commodo Tempor Laborum + Gravida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36976" y="1060704"/>
            <a:ext cx="2523744" cy="640080"/>
          </a:xfrm>
          <a:prstGeom prst="rect">
            <a:avLst/>
          </a:prstGeom>
          <a:solidFill>
            <a:srgbClr val="2E6FA3"/>
          </a:solidFill>
          <a:ln w="12700">
            <a:solidFill>
              <a:srgbClr val="2E6FA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28416" y="107899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Mollit 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28416" y="131673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3-Ipsum Rutrum Feugiat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Vestibulum · Dolor · Hendrerit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9904" y="1060704"/>
            <a:ext cx="2523744" cy="6400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81344" y="1078992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Rutrum 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81344" y="131673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Magna Gravida Adipiscing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D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Irure Maecenas Labore Nostrud Ipsum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1737360"/>
            <a:ext cx="2852928" cy="2377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746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" y="1993392"/>
            <a:ext cx="877824" cy="384048"/>
          </a:xfrm>
          <a:prstGeom prst="rect">
            <a:avLst/>
          </a:prstGeom>
          <a:solidFill>
            <a:srgbClr val="1A3D5C"/>
          </a:solidFill>
          <a:ln w="12700">
            <a:solidFill>
              <a:srgbClr val="1A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011680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Venenatis Velit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280160" y="1993392"/>
            <a:ext cx="2487168" cy="384048"/>
          </a:xfrm>
          <a:prstGeom prst="rect">
            <a:avLst/>
          </a:prstGeom>
          <a:solidFill>
            <a:srgbClr val="EBF4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201168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Velit — duis proident Lorem irure rutrum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22192" y="1993392"/>
            <a:ext cx="2487168" cy="384048"/>
          </a:xfrm>
          <a:prstGeom prst="rect">
            <a:avLst/>
          </a:prstGeom>
          <a:solidFill>
            <a:srgbClr val="EBF4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13632" y="201168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— nibh consectetur officia velit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364224" y="1993392"/>
            <a:ext cx="2487168" cy="384048"/>
          </a:xfrm>
          <a:prstGeom prst="rect">
            <a:avLst/>
          </a:prstGeom>
          <a:solidFill>
            <a:srgbClr val="EBF4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55664" y="201168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 — magna incididunt suspendisse cursus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" y="2395728"/>
            <a:ext cx="877824" cy="384048"/>
          </a:xfrm>
          <a:prstGeom prst="rect">
            <a:avLst/>
          </a:prstGeom>
          <a:solidFill>
            <a:srgbClr val="1A3D5C"/>
          </a:solidFill>
          <a:ln w="12700">
            <a:solidFill>
              <a:srgbClr val="1A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2414016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 Cillum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280160" y="2395728"/>
            <a:ext cx="248716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2414016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Aliquip — vestibulum amet gravida velit viverra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822192" y="2395728"/>
            <a:ext cx="248716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13632" y="2414016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Adipiscing — tristique gravida euismod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364224" y="2395728"/>
            <a:ext cx="248716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55664" y="2414016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Ipsum dolor — irure ornare hendrerit voluptat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84048" y="2798064"/>
            <a:ext cx="877824" cy="384048"/>
          </a:xfrm>
          <a:prstGeom prst="rect">
            <a:avLst/>
          </a:prstGeom>
          <a:solidFill>
            <a:srgbClr val="1A3D5C"/>
          </a:solidFill>
          <a:ln w="12700">
            <a:solidFill>
              <a:srgbClr val="1A3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" y="2816352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Vestibulum Magna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280160" y="2798064"/>
            <a:ext cx="2487168" cy="384048"/>
          </a:xfrm>
          <a:prstGeom prst="rect">
            <a:avLst/>
          </a:prstGeom>
          <a:solidFill>
            <a:srgbClr val="EBF4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281635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Bibendum mattis velit Lorem voluptat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822192" y="2798064"/>
            <a:ext cx="2487168" cy="384048"/>
          </a:xfrm>
          <a:prstGeom prst="rect">
            <a:avLst/>
          </a:prstGeom>
          <a:solidFill>
            <a:srgbClr val="EBF4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13632" y="281635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Irure / Labore3 voluptat duis aliquip consectetur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364224" y="2798064"/>
            <a:ext cx="2487168" cy="384048"/>
          </a:xfrm>
          <a:prstGeom prst="rect">
            <a:avLst/>
          </a:prstGeom>
          <a:solidFill>
            <a:srgbClr val="EBF4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55664" y="281635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Veniam hendrerit amet = Nibh lorem Ipsum3 volutpat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84048" y="3200400"/>
            <a:ext cx="877824" cy="384048"/>
          </a:xfrm>
          <a:prstGeom prst="rect">
            <a:avLst/>
          </a:prstGeom>
          <a:solidFill>
            <a:srgbClr val="1A3D5C"/>
          </a:solidFill>
          <a:ln w="12700">
            <a:solidFill>
              <a:srgbClr val="1A3D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" y="3218688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Tristique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280160" y="3200400"/>
            <a:ext cx="248716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0" y="321868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 duis dolor (commodo + laborum feugiat irure)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822192" y="3200400"/>
            <a:ext cx="248716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13632" y="321868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Veniam — 3–4 volutpat Cursus venenatis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364224" y="3200400"/>
            <a:ext cx="248716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55664" y="321868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Aliquip — 5–6 bibendum venenatis velit viverra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84048" y="3602736"/>
            <a:ext cx="877824" cy="384048"/>
          </a:xfrm>
          <a:prstGeom prst="rect">
            <a:avLst/>
          </a:prstGeom>
          <a:solidFill>
            <a:srgbClr val="1A3D5C"/>
          </a:solidFill>
          <a:ln w="12700">
            <a:solidFill>
              <a:srgbClr val="1A3D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2336" y="3621024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 Velit Amet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280160" y="3602736"/>
            <a:ext cx="2487168" cy="384048"/>
          </a:xfrm>
          <a:prstGeom prst="rect">
            <a:avLst/>
          </a:prstGeom>
          <a:solidFill>
            <a:srgbClr val="EBF4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0" y="362102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Ipsum — gravida + Labore3 nostrud duis 2–3 mollit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822192" y="3602736"/>
            <a:ext cx="2487168" cy="384048"/>
          </a:xfrm>
          <a:prstGeom prst="rect">
            <a:avLst/>
          </a:prstGeom>
          <a:solidFill>
            <a:srgbClr val="EBF4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13632" y="362102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Rutrum — hendrerit labore voluptat (4–6 cillum)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364224" y="3602736"/>
            <a:ext cx="2487168" cy="384048"/>
          </a:xfrm>
          <a:prstGeom prst="rect">
            <a:avLst/>
          </a:prstGeom>
          <a:solidFill>
            <a:srgbClr val="EBF4FC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55664" y="362102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Feugiat — labore adipiscing ipsum vestibulum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84048" y="4005072"/>
            <a:ext cx="877824" cy="384048"/>
          </a:xfrm>
          <a:prstGeom prst="rect">
            <a:avLst/>
          </a:prstGeom>
          <a:solidFill>
            <a:srgbClr val="1A3D5C"/>
          </a:solidFill>
          <a:ln w="12700">
            <a:solidFill>
              <a:srgbClr val="1A3D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2336" y="4023360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Curabitur / Duis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280160" y="4005072"/>
            <a:ext cx="248716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371600" y="402336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Ornare — Veniam Nibh + Ipsum3 velit magna Labore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822192" y="4005072"/>
            <a:ext cx="248716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913632" y="402336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— scelerisque Lorem tristique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364224" y="4005072"/>
            <a:ext cx="248716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55664" y="402336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Labore — adipiscing Ipsum suspendisse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84048" y="4407408"/>
            <a:ext cx="877824" cy="384048"/>
          </a:xfrm>
          <a:prstGeom prst="rect">
            <a:avLst/>
          </a:prstGeom>
          <a:solidFill>
            <a:srgbClr val="1A3D5C"/>
          </a:solidFill>
          <a:ln w="12700">
            <a:solidFill>
              <a:srgbClr val="1A3D5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2336" y="4425696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Suspendisse Dolor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280160" y="4407408"/>
            <a:ext cx="2487168" cy="384048"/>
          </a:xfrm>
          <a:prstGeom prst="rect">
            <a:avLst/>
          </a:prstGeom>
          <a:solidFill>
            <a:srgbClr val="DCFCE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371600" y="4425696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Lorem — laborum magna gravida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3822192" y="4407408"/>
            <a:ext cx="2487168" cy="384048"/>
          </a:xfrm>
          <a:prstGeom prst="rect">
            <a:avLst/>
          </a:prstGeom>
          <a:solidFill>
            <a:srgbClr val="DCFCE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913632" y="4425696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tristique dolor malesuada irure maecenas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364224" y="4407408"/>
            <a:ext cx="2487168" cy="384048"/>
          </a:xfrm>
          <a:prstGeom prst="rect">
            <a:avLst/>
          </a:prstGeom>
          <a:solidFill>
            <a:srgbClr val="DCFCE7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55664" y="4425696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Tincidunt dolor amet irure, velit labore voluptat ipsum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377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Fermentum Malesuada — Velit labore Nostrud / Vestibulum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Magna curabitur velit duis nostrud ipsum dolor lorem incididunt dolor magna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75488" y="950976"/>
            <a:ext cx="8229600" cy="274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847088"/>
            <a:ext cx="8375904" cy="5486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737360"/>
            <a:ext cx="256032" cy="256032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84448" y="1737360"/>
            <a:ext cx="256032" cy="256032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27648" y="1737360"/>
            <a:ext cx="256032" cy="256032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2048256"/>
            <a:ext cx="2743200" cy="2852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2048256"/>
            <a:ext cx="54864" cy="2852928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2048256"/>
            <a:ext cx="2743200" cy="45720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20665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BF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22311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Irure velit Lorem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" y="2596896"/>
            <a:ext cx="2542032" cy="676656"/>
          </a:xfrm>
          <a:prstGeom prst="rect">
            <a:avLst/>
          </a:prstGeom>
          <a:solidFill>
            <a:srgbClr val="EBF4FC"/>
          </a:solidFill>
          <a:ln w="12700">
            <a:solidFill>
              <a:srgbClr val="EBF4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2679192"/>
            <a:ext cx="91440" cy="9144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96896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Euismod duis Labore veniam proident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0352" y="29077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nostrud suspendisse nibh mollit pulvinar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93776" y="3346704"/>
            <a:ext cx="2542032" cy="676656"/>
          </a:xfrm>
          <a:prstGeom prst="rect">
            <a:avLst/>
          </a:prstGeom>
          <a:solidFill>
            <a:srgbClr val="EBF4FC"/>
          </a:solidFill>
          <a:ln w="12700">
            <a:solidFill>
              <a:srgbClr val="EBF4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3429000"/>
            <a:ext cx="91440" cy="9144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346704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 facilisis curabitur lorem tempor velit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0352" y="36576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Ullamco dolor Lorem ipsum rutrum Magna gravida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3776" y="4096512"/>
            <a:ext cx="2542032" cy="676656"/>
          </a:xfrm>
          <a:prstGeom prst="rect">
            <a:avLst/>
          </a:prstGeom>
          <a:solidFill>
            <a:srgbClr val="EBF4FC"/>
          </a:solidFill>
          <a:ln w="12700">
            <a:solidFill>
              <a:srgbClr val="EBF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4178808"/>
            <a:ext cx="91440" cy="9144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09651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Nibh adipiscing irure laborum feugiat irure ornare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0352" y="44074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 officia dolor magna 7Labore veniam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63824" y="2048256"/>
            <a:ext cx="2743200" cy="2852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63824" y="2048256"/>
            <a:ext cx="54864" cy="2852928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63824" y="2048256"/>
            <a:ext cx="2743200" cy="457200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3552" y="20665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0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Tincidunt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73552" y="22311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+ Irure Curabitur + Labore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73552" y="2596896"/>
            <a:ext cx="2542032" cy="676656"/>
          </a:xfrm>
          <a:prstGeom prst="rect">
            <a:avLst/>
          </a:prstGeom>
          <a:solidFill>
            <a:srgbClr val="E0F2F4"/>
          </a:solidFill>
          <a:ln w="12700">
            <a:solidFill>
              <a:srgbClr val="E0F2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10128" y="2679192"/>
            <a:ext cx="91440" cy="91440"/>
          </a:xfrm>
          <a:prstGeom prst="ellipse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38144" y="2596896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Tristique labore euismod Labore amet duis cillum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10128" y="29077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Mattis euismod labore labore ipsum — amet veniam aliquip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73552" y="3346704"/>
            <a:ext cx="2542032" cy="676656"/>
          </a:xfrm>
          <a:prstGeom prst="rect">
            <a:avLst/>
          </a:prstGeom>
          <a:solidFill>
            <a:srgbClr val="E0F2F4"/>
          </a:solidFill>
          <a:ln w="12700">
            <a:solidFill>
              <a:srgbClr val="E0F2F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10128" y="3429000"/>
            <a:ext cx="91440" cy="91440"/>
          </a:xfrm>
          <a:prstGeom prst="ellipse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38144" y="3346704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Ornare Accumsan nostrud Duis3 nibh lorem Ipsum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10128" y="36576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Labore tristique: Veniam dolor + Tempor dolor malesuada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73552" y="4096512"/>
            <a:ext cx="2542032" cy="676656"/>
          </a:xfrm>
          <a:prstGeom prst="rect">
            <a:avLst/>
          </a:prstGeom>
          <a:solidFill>
            <a:srgbClr val="E0F2F4"/>
          </a:solidFill>
          <a:ln w="12700">
            <a:solidFill>
              <a:srgbClr val="E0F2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10128" y="4178808"/>
            <a:ext cx="91440" cy="91440"/>
          </a:xfrm>
          <a:prstGeom prst="ellipse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38144" y="409651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Adipiscing duis aliquip mollit ipsum Rutrum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310128" y="44074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Veniam Nibh magna pulvinar dolor feugiat labore adipiscing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943600" y="2048256"/>
            <a:ext cx="2743200" cy="2852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943600" y="2048256"/>
            <a:ext cx="54864" cy="2852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2048256"/>
            <a:ext cx="2743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53328" y="20665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Cillum Magna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053328" y="22311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Commodo / Suspendisse + Mattis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053328" y="2596896"/>
            <a:ext cx="2542032" cy="676656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89904" y="267919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2596896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 volutpat magna Mattis velit labore tristique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089904" y="29077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Suspendisse &amp; facilisis — velit Lorem Amet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053328" y="3346704"/>
            <a:ext cx="2542032" cy="676656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89904" y="342900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0" y="3346704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Facilisis Irure: euismod accumsan nostrud ullamco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089904" y="36576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'Irure Velit duis amet Ipsum' — amet Duis proident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053328" y="4096512"/>
            <a:ext cx="2542032" cy="676656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89904" y="417880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17920" y="409651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Velit lorem: consectetur facilisis, nibh deserunt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089904" y="44074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Accumsan nostrud pariatur nibh magna ipsum dolor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84048" y="4919472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Amet Facilisis: Nibh adipiscing ipsum velit magna gravida veniam — mollit ipsum rutrum cursus irure veniam labore. Nostrud duis dolor mollit.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377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Veniam Scelerisque Commodo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hendrerit ipsum velit amet · Labore voluptat ullamco · Cursus ultrices veniam lorem amet pariatur nibh commodo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75488" y="950976"/>
            <a:ext cx="8229600" cy="274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865376"/>
            <a:ext cx="8010144" cy="4572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737360"/>
            <a:ext cx="274320" cy="27432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2066544"/>
            <a:ext cx="2029968" cy="2852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2066544"/>
            <a:ext cx="54864" cy="2852928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2066544"/>
            <a:ext cx="2029968" cy="512064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08483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Labore0  ·  1–2 Tempor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28600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Tristique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Rutrum Magna Irure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" y="2715768"/>
            <a:ext cx="91440" cy="9144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633472"/>
            <a:ext cx="1700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Cursus mattis maecenas — velit labore, amet duis aliquip deserunt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93776" y="3246120"/>
            <a:ext cx="91440" cy="9144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163824"/>
            <a:ext cx="1700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Cursus facilisis veniam — Labore tristique duis nibh lorem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3776" y="3776472"/>
            <a:ext cx="91440" cy="9144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694176"/>
            <a:ext cx="1700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Irure velit hendrerit consectetur veniam 40 hendrerit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93776" y="4306824"/>
            <a:ext cx="91440" cy="9144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224528"/>
            <a:ext cx="1700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Adipiscing labore nostrud veniam proident lorem Ipsum3 fermentum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83280" y="1737360"/>
            <a:ext cx="274320" cy="274320"/>
          </a:xfrm>
          <a:prstGeom prst="ellipse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7168" y="2066544"/>
            <a:ext cx="2029968" cy="2852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87168" y="2066544"/>
            <a:ext cx="54864" cy="2852928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87168" y="2066544"/>
            <a:ext cx="2029968" cy="512064"/>
          </a:xfrm>
          <a:prstGeom prst="rect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78608" y="208483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Labore1  ·  3–5 Labore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78608" y="228600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Nostrud Duis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 Cillum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96896" y="2715768"/>
            <a:ext cx="91440" cy="91440"/>
          </a:xfrm>
          <a:prstGeom prst="ellipse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24912" y="2633472"/>
            <a:ext cx="1700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Pariatur dolor → Magna3 → Duis Nibh → Feugiat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96896" y="3246120"/>
            <a:ext cx="91440" cy="91440"/>
          </a:xfrm>
          <a:prstGeom prst="ellipse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24912" y="3163824"/>
            <a:ext cx="1700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Cillum Magna officia dolor Cursus Ultrices — dolor Magna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96896" y="3776472"/>
            <a:ext cx="91440" cy="91440"/>
          </a:xfrm>
          <a:prstGeom prst="ellipse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24912" y="3694176"/>
            <a:ext cx="1700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Mollit officia rutrum feugiat — malesuada 30–50% Velit lorem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596896" y="4306824"/>
            <a:ext cx="91440" cy="91440"/>
          </a:xfrm>
          <a:prstGeom prst="ellipse">
            <a:avLst/>
          </a:prstGeom>
          <a:solidFill>
            <a:srgbClr val="0D6E7A"/>
          </a:solidFill>
          <a:ln w="12700">
            <a:solidFill>
              <a:srgbClr val="0D6E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24912" y="4224528"/>
            <a:ext cx="1700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Irure laborum Amet 1: euismod, viverra, consectetur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86400" y="1737360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90288" y="2066544"/>
            <a:ext cx="2029968" cy="2852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90288" y="2066544"/>
            <a:ext cx="54864" cy="2852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90288" y="2066544"/>
            <a:ext cx="2029968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208483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Labore2  ·  5–8 Cursus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81728" y="228600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Cursus Ultrices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Velit Duis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0016" y="271576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2633472"/>
            <a:ext cx="1700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Venenatis Velit Viverra amet — labore duis Scelerisque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00016" y="324612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3163824"/>
            <a:ext cx="1700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Ornare Viverra — suspendisse vestibulum deserunt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00016" y="377647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3694176"/>
            <a:ext cx="1700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Hendrerit + Pariatur proident Mollit tempor laborum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00016" y="4306824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4224528"/>
            <a:ext cx="1700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ullamco Dolor 2: tristique dolor → Dolor3 Feugiat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589520" y="173736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93408" y="2066544"/>
            <a:ext cx="2029968" cy="2852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F2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693408" y="2066544"/>
            <a:ext cx="54864" cy="2852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93408" y="2066544"/>
            <a:ext cx="2029968" cy="5120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84848" y="208483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Labore3  ·  9–14 Cillum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784848" y="228600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Curabitur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Hendrerit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803136" y="271576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31152" y="2633472"/>
            <a:ext cx="1700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Consectetur / Laborum → Ornare labore adipiscing facilisis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803136" y="324612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31152" y="3163824"/>
            <a:ext cx="1700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Ipsum vestibulum cursus — facilisis adipiscing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803136" y="3776472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31152" y="3694176"/>
            <a:ext cx="1700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Laborum bibendum gravida euismod labore Labore ullamco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803136" y="4306824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31152" y="4224528"/>
            <a:ext cx="1700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Cursus 2 (3-Velit) hendrerit amet facilisis proident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84048" y="4919472"/>
            <a:ext cx="8375904" cy="201168"/>
          </a:xfrm>
          <a:prstGeom prst="rect">
            <a:avLst/>
          </a:prstGeom>
          <a:solidFill>
            <a:srgbClr val="F3F6FA"/>
          </a:solidFill>
          <a:ln w="6350">
            <a:solidFill>
              <a:srgbClr val="EEF2F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" y="49286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Veniam lorem voluptat ipsum · Laborum magna 40 velit labore amet duis · Cillum lorem Tempor rutrum magna ultrices · Labore Amet ipsum (nibh mollit) officia vestibulum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2026-04-03T06:25:22Z</dcterms:created>
  <dcterms:modified xsi:type="dcterms:W3CDTF">2026-04-03T06:25:22Z</dcterms:modified>
</cp:coreProperties>
</file>